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6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991C-1598-142B-A139-662B51E44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5D7FC-B1A0-A911-55C7-F2ED808FE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89F6-98F2-1C65-F821-FDB1DCEC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D664-3D03-DD00-09D2-C6BF682F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1FF5-521F-1B9B-ECF5-DCE3842A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ED60C-D4B6-DB41-9732-151BD455A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A29D5-407F-4343-D904-3D2A79D84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8D4DC-A9C5-13EB-507C-B6ED8B70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11B8A-BFBC-84C3-4814-393B7612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6CB4F-117E-1325-3A69-AA1C6B8B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3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E5A4-A911-F4F0-6553-FFF32BC44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ACA18-588E-88CF-58F8-32F6E13A9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B648A-2B9B-7CE4-D718-B04512D6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B8B6A-6929-2950-3A87-D5C2358E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86A6-65D3-2C89-E9E7-4269B17F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8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8B82-7D5F-9E7D-42B4-AB7A1A2F2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98D2-1E0E-D66B-BC49-16399B445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5BAA5-5080-5041-038F-50EF61F5E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12D69-FEF4-4C40-FC0C-E7009E4B5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384BB-598F-448D-CA4D-B1E33D1D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A8A5-0915-8FBE-6F86-AAA939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4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C3F5-AB5F-3881-6A07-3B3C0760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53ED8-702D-36F5-8B15-BC473F19E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2E349-A873-40E6-4DA6-9783A9462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F2966-EE63-10D5-0CF1-548A49B10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2C230-C7CC-79E7-4745-88EF5D351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7713A-F2BB-F432-359A-D061A73F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D38D86-2AD8-616E-2BC9-B87F5B95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06DF5-9054-B78A-42BA-F103947C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9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D87C-ECFC-D790-0446-EA08ADA9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A20A7-E55E-A789-A1B8-CC61A154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52B99-35C4-4D2F-6CA4-38752B9D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03C86-B755-B2AC-5701-FB429195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6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7E0C-A1C7-F1D0-4217-C9F34E21B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DCA27-EDCD-D430-6B24-79936B9E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C924E-6623-FD8D-335B-C5EA6299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8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FC98-BE1C-B426-592A-ABF1EE35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12D9-4BFD-C0D0-83B4-393C71F7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3BD7B-B746-6968-EBDB-4DFD673C2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C864A-CB81-356D-984E-A9737EA4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73AA9-62E8-91D1-C5C6-F96F149F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67771-847E-DB65-0CD9-86B150EE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31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6DD2-80C2-CF62-9046-E221532F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A55DC-8B43-E115-BFB8-A8601C74C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CE933-0170-7993-6074-F43EECD86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2D28A-8817-96D4-337B-5FCF3918F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ADB36-8318-8A75-F389-0831820B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B15E7-5486-F8B8-6E61-30B43883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9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5205-32DB-C945-C6C0-1DE646E4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76513-CF55-6DE8-BF12-CBB1EF760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C6501-AFCF-D70F-0636-DACEE518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3610-9307-F0FB-5538-2C50F85A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AEF84-D1D6-E955-758D-B2A910CD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8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3011A-DEAF-C34C-9270-F92B7AD4B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1716A-966F-2904-0E7D-54E9DE492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6A14-D3E1-9EA5-5B04-E7CF5586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3632B-5575-AE84-5768-FFCDD5299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A071-D76A-1570-13C9-29D78609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7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A987E-2D37-41EC-FBDF-644C0AC9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DB17B-A5B3-C5AF-905F-40056B6EC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3F0EC-70A6-AFDB-1065-21C743E43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773B2-B605-4DF2-9C31-3C7EAECE6C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566D2-B9CF-FE53-7881-982E32E06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3F8B1-67DB-E5D8-8032-56D24DD5A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4A9D7-530F-4339-B172-6AA1C6ED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CCE8-4861-031C-D814-C02BE0D99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8522B-6717-31CC-ACBF-B328086164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5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2025-11-18T13:08:46Z</dcterms:created>
  <dcterms:modified xsi:type="dcterms:W3CDTF">2025-11-18T13:10:19Z</dcterms:modified>
</cp:coreProperties>
</file>